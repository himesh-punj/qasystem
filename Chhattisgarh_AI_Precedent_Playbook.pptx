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 TO  PROPOSAL   ·   PARTNER PLAYBOOK   · 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Chhattisgarh's AI Playbook,
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what's already live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providers. What each has actually shipped inside an Indian state, and the specific next move Chhattisgarh can put on the table with each 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genuinely live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Flood Hub · Meta on WhatsApp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the public stack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already ships citizen bots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sourced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links, on the final slide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Government of Chhattisgarh   ·   Electronics &amp; IT   ·   July 2026   ·   state-asset figures are from state sources and should be reconfirmed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precedent, not a pitch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 in this deck rests on something a company has already deployed in an Indian state. A named precedent makes an ask easier to defend and quicker to move on than a cold pitch. Each conversation can then open with a live example and narrow to the one use-case that fits Chhattisgarh.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2278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live precedent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57530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deployment already running elsewhere in India, with a real source behind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427939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the CG-specific next move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462686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maps that precedent onto an asset or language only this state holds.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6002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0100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chips are honest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277977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means a citizen service is actually running. BUILDING or EARLY means it isn't yet.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3639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precedent is linked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01000" y="395020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about a provider traces to a real source on the final slide.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01000" y="48097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figures need checking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51206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asset numbers come from state sources; treat them as to-reconfirm, not fact.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PRECEDENT 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provider has actually done in a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first. Only Google and Meta have citizen-facing AI genuinely running; the rest are platforms, offices, or announcements. The proposals that follow are weighted accordingly.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50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Hub gives AI flood warnings nationwide with the Central Water Commission.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488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350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286207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MeeSeva on WhatsApp: ~580 citizen services, ~3.25 lakh users in Telangana.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350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0704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0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LIVE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49640" y="286207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speech, translation and voice APIs; state hubs at MoU stage (Odisha, TN).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074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08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926080" y="4636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46360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LIVE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India, ChatGPT education access, Tata in-country capacity building.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44074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608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66560" y="4636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6360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5120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 office in Bengaluru; ecosystem approach, no state service yet.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44074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4608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07040" y="4636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34" name="Text 32"/>
          <p:cNvSpPr/>
          <p:nvPr/>
        </p:nvSpPr>
        <p:spPr>
          <a:xfrm>
            <a:off x="10607040" y="46360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49640" y="5120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Government-funded foundational Indic models; not yet a fielded state service.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 ·  NOT FROM THE SIX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government's own stack already ships citizen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most-used government chatbots in India come from neither a frontier lab nor a foreign vendor. They run on public, Indian-built rails, which makes this the fastest and cheapest option Chhattisgarh can reach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865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Bhashini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24140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4140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96112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3136392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MeitY's national language-AI layer for translation and speech. It is the public base that other government services build on, rather than a single 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1488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3865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Samadhan Didi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9440" y="24140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4140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DARPG + BHASHINI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3136392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CPGRAMS voice grievance bot. People file complaints by speaking in their own language and the system routes them. Built on Bhashini, launched 2026.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21488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23865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789920" y="24140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0" y="24140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77072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HARTRON, HARYANA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77072" y="3136392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chatbot that answers from official documents, built in-house by the state electronics corporation. Live since March 2025.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166360"/>
            <a:ext cx="10241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Chhattisgarh: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bot on Bhashini needs no frontier-lab deal and no new compute. It is the quickest, lowest-cost thing the state can ship first, in its own dialects.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CNBC-TV18, Drishti IAS (Samadhan Didi, DARPG + Bhashini); Business Standard, ANI (Saarthi, HARTRON).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01  ·  FRONTIER MODELS + INFRASTRUCTURE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ELSEWHERE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947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Hub, running nationwide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flood forecasting that began as a Patna pilot in 2018, backed by a formal agreement with the Central Water Commission, and reached the whole country by 2020. It leans on roughly a thousand stream gauges and pushes warnings out to state disaster agencies. Rural health screening and agri forecasting are proven alongside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cover for the Mahanadi belt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forecasting to Chhattisgarh's flood-prone Mahanadi basin and hard-to-reach LWE districts, routed to the State Disaster Management Authority. Pair it with Google's rural screening and crop advisory for Bastar and Surguja, and offer the Nava Raipur park as a landlocked central-India node.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IndiaAI flood case study; PIB (CWC–Google, 2018); India Today (Patna pilot); Google Research Flood Hub.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02  ·  OPEN LLAMA + POPULATION-SCALE MESSAGING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ELSEWHERE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947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MeeSeva on WhatsApp, Telangana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put its MeeSeva platform on WhatsApp, opening around 580 government-to-citizen services, and about 3.25 lakh people had used it since launch. Andhra Pradesh has run its own WhatsApp citizen system since January 2025. Llama sits underneath; the messaging app does the reach.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Seva Setu on WhatsApp, in dialect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same citizen-services bot in Chhattisgarhi, Gondi and Halbi, on an app people already open daily. Start with the highest-volume services — certificates, scheme status, mandi rates — and build the dialect dataset as it runs. The Telangana template makes this a fast, low-risk first move.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Hindu (MeeSeva on WhatsApp; 3.25 lakh users); New Indian Express (580 services); MediaNama (Llama e-gov, AP since Jan 2025).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03  ·  SOVEREIGN INDIC STACK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ELSEWHERE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947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LIVE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Indic language layer, shipping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the IndiaAI Mission picked to build a national sovereign model. What it ships today is the plumbing: speech-to-text, text-to-speech, translation and voice agents across many Indian languages, with others building citizen tools on top. Its Odisha and Tamil Nadu deals are still at compute-and-MoU stage.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voice layer, trade data for a model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dialect voice layer for Seva Setu on Sarvam's APIs rather than from scratch. Then open a data-for-models partnership: contribute consented Chhattisgarhi, Gondi and Halbi corpora, receive a state-tuned model in return, and host the compute in the Nava Raipur park.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Sarvam platform and state-partnerships page; Elets eGov (Odisha 50 MW MoU); CIOL (Odisha/TN infrastructure).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04 &amp; 05  ·  FRONTIER LABS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and Anthropic: quick win, then depth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92808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391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9293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09160" y="20025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20025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LIVE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01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28803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India — consumer scale plus education access, and Tata building in-country capacity.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" y="43434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the colleges — route Chhattisgarh's Tier-2 and Tier-3 institutions into the education programme now — zero infrastructure — and offer the AI-SEZ as a residency node.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1892808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03911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79208" y="19293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0424160" y="20025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0" name="Text 16"/>
          <p:cNvSpPr/>
          <p:nvPr/>
        </p:nvSpPr>
        <p:spPr>
          <a:xfrm>
            <a:off x="10424160" y="20025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6751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675120" y="28803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 office — a Bengaluru base and an ecosystem, public-interest approach; no state service running yet.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6751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675120" y="43434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data layer — pilot a queryable layer over state data — mandi, forest-produce and scheme records — plus paid dialect evaluation work.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OpenAI for India; Tata–OpenAI (Tata, Reuters); Anthropic India expansion and Bengaluru office (anthropic.com, Business Standard).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06  ·  SOVEREIGN MODELS &amp; THE PUBLIC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 — and the route that skips the labs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92808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391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09160" y="20025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20025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01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Government-funded foundational Indic models out of IIT-Bombay, working toward all 22 scheduled languages. Real research, but no fielded state citizen service yet.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01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" y="43434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Chhattisgarhi, Gondi and Halbi corpora to the national data effort and receive a tuned base model in return — effectively for free.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ALWAYS NEED A FRONTIER LAB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2331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most-used government chatbots in India are built by neither the big labs nor a foreign vendor: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063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Haryana's Saarthi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 by HARTRON, the state electronics corporation.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75120" y="3886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Samadhan Didi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voice grievance bot, from DARPG on the government's own Bhashini stack.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800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Chhattisgarh can ship citizen bots on Bhashini now, cheaply, and save the labs for the work only they can do.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BharatGen and IIT-Bombay pages; PIB (mandate). Business Standard/ANI (Saarthi, HARTRON); CNBC-TV18, Drishti IAS (Samadhan Didi, DARPG + Bhashini).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the moves: weeks, then months, then flagships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1350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2971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onboard Tier-2/3 colleges to the education programme; no infrastructure needed.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launch a WhatsApp citizen-service pilot in dialect on existing rails.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 — file the subsidised GPU compute draw-down request.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945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4068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9 months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2971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— stand up the dialect voice layer and open a data-for-models deal.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BharatGen — start the Chhattisgarhi / Gondi / Halbi corpus partnership.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— ship governance bots the cheap way, HARTRON-style.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49640" y="2057400"/>
            <a:ext cx="548640" cy="5486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945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3544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23544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24 months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549640" y="2971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Mahanadi flood cover plus a central-India compute node.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Nava Raipur park as a sovereign-compute node.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a governance data layer over core state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precedent, with a real link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Flood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391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indiaai.gov.in/case-study/using-ai-to-predict-floods-and-save-lives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4048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CWC–Google agreement, 2018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609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pib.gov.in/newsite/PrintRelease.aspx?relid=180030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0266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pilot (India Today)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826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indiatoday.in — google flood pilot Patna, 2019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6484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MeeSeva on WhatsApp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044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thehindu.com — telangana meeseva now on whatsapp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702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3.25 lakh users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thehindu.com — 3.25 lakh availed whatsapp meeseva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580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1480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newindianexpress.com — meeseva to whatsapp, 580 services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5513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Llama e-gov (MediaNama)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7698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medianama.com/2025/04/223-meta-whatsapp-llama-ai-e-governance-india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— platform &amp; states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0391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sarvam.ai/blogs/partnerships-with-indian-states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24048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— Odisha MoU (Elets)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6609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egov.eletsonline.com — odisha signs mou with sarvam 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30266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India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2826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openai.com/index/openai-for-india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36484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Tata–OpenAI (Reuters)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9044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reuters.com — tata data centre signs up openai, Feb 2026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42702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India expansion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5262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anthropic.com/news/expanding-global-operations-to-india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4892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Bengaluru office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51480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anthropic.com/news/bengaluru-office-partnerships-across-india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5513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BharatGen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57698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bharatgen.com  ·  pib.gov.in (PRID 2153187)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" y="6126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live, not from the six:  Saarthi — HARTRON (business-standard.com · aninews.in);  Samadhan Didi — DARPG + Bhashini (cnbctv18.com · drishtiias.com).  Figures reflect public reporting through mid-2026; state-asset numbers are from state sources and should be reconfirmed before outreach.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Chhattisgarh AI Playbook — Precedent to Proposal</dc:title>
  <dc:subject>PptxGenJS Presentation</dc:subject>
  <dc:creator>Government of Chhattisgarh, Electronics &amp; IT</dc:creator>
  <cp:lastModifiedBy>Government of Chhattisgarh, Electronics &amp; IT</cp:lastModifiedBy>
  <cp:revision>1</cp:revision>
  <dcterms:created xsi:type="dcterms:W3CDTF">2026-07-08T13:28:12Z</dcterms:created>
  <dcterms:modified xsi:type="dcterms:W3CDTF">2026-07-08T13:28:12Z</dcterms:modified>
</cp:coreProperties>
</file>